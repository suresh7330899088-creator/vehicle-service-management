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ig Shoulders ExtraBold"/>
      <p:regular r:id="rId201314"/>
    </p:embeddedFont>
    <p:embeddedFont>
      <p:font typeface="Libre Franklin Bold"/>
      <p:regular r:id="rId201315"/>
    </p:embeddedFont>
    <p:embeddedFont>
      <p:font typeface="Libre Franklin"/>
      <p:regular r:id="rId201316"/>
    </p:embeddedFont>
    <p:embeddedFont>
      <p:font typeface="Libre Franklin Medium"/>
      <p:regular r:id="rId201317"/>
    </p:embeddedFont>
    <p:embeddedFont>
      <p:font typeface="Libre Franklin SemiBold"/>
      <p:regular r:id="rId201318"/>
    </p:embeddedFont>
    <p:embeddedFont>
      <p:font typeface="Red Hat Mono Medium"/>
      <p:regular r:id="rId201319"/>
    </p:embeddedFont>
    <p:embeddedFont>
      <p:font typeface="Red Hat Mono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practical web application for keeping vehicle service information together. Preview the system story: records, data relationships, APIs, authentication, and future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challenge as a consistency and retrieval problem. The goal is not simply to store more information, but to make the full service history available when staff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system as a single source of truth. The three moves are simple: manage the entities, track the history, and keep the records current as service work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MERN provides the technical foundation. React handles the interface, Node.js and Express.js support the server and routes, and MongoDB stores the application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the customer to the vehicle, then from the vehicle to its service events. This relationship is the core of the data model: one customer may have several vehicles, and each vehicle can accumulate many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four CRUD actions to the REST API lifecycle. Every operation supports a record at a different point in its useful life, from creation through maintenance and eventual removal.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Authentication creates the boundary around the service data. Users sign in first, roles can separate responsibilities, and protected APIs help control access to customer and vehicle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technical work to its operational value. The system already demonstrates the core workflow, while reminders, reports, billing, and analytics provide clear directions for future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197445" cy="4100612"/>
          </a:xfrm>
          <a:prstGeom prst="rect">
            <a:avLst/>
          </a:prstGeom>
          <a:solidFill>
            <a:srgbClr val="EFDDCC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609600"/>
            <a:ext cx="50799" cy="4100612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4" name="Text 2"/>
          <p:cNvSpPr/>
          <p:nvPr/>
        </p:nvSpPr>
        <p:spPr>
          <a:xfrm>
            <a:off x="1041374" y="894144"/>
            <a:ext cx="604504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0B6B6A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STUDENT PROJECT · WEB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74" y="1284108"/>
            <a:ext cx="5435464" cy="266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600" spc="-228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VEHICLE</a:t>
            </a:r>
            <a:endParaRPr lang="en-US" sz="7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600" spc="-228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SERVICE</a:t>
            </a:r>
            <a:endParaRPr lang="en-US" sz="76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7600" spc="-228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MANAGEMENT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41374" y="3986875"/>
            <a:ext cx="5435464" cy="4764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 connected MERN system for customers, vehicles, and service history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41374" y="3992463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SERVICE RECORDS ARE DIFFICULT TO TRACK CONSISTENTLY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1123224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OPERATIONAL PROBLEM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1128812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085479"/>
            <a:ext cx="8676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3046" y="2046807"/>
            <a:ext cx="1084146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Details become scattered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3046" y="2451425"/>
            <a:ext cx="1084146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Vehicle and customer information can sit across paper files or disconnected spreadsheets.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189" y="3689350"/>
            <a:ext cx="8965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1918" y="3650678"/>
            <a:ext cx="10812589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History takes time to retrieve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21918" y="4055297"/>
            <a:ext cx="108125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Service dates, work performed, and cost history are difficult to find quickly.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189" y="5293221"/>
            <a:ext cx="9030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8466" y="5254550"/>
            <a:ext cx="1080604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Operations lose visibility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8466" y="5659168"/>
            <a:ext cx="1080604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centralized system can make service operations easier to manage.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189" y="3186708"/>
            <a:ext cx="11277318" cy="12700"/>
          </a:xfrm>
          <a:prstGeom prst="rect">
            <a:avLst/>
          </a:prstGeom>
          <a:solidFill>
            <a:srgbClr val="D4BEA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189" y="4790579"/>
            <a:ext cx="11277318" cy="12700"/>
          </a:xfrm>
          <a:prstGeom prst="rect">
            <a:avLst/>
          </a:prstGeom>
          <a:solidFill>
            <a:srgbClr val="D4BEA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6517517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THE PROJECT BRINGS THE FULL SERVICE RECORD INTO ONE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2104497"/>
            <a:ext cx="6517517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ONE RECORD · THREE OPERATING MOVES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2110085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545159"/>
            <a:ext cx="8676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2847380"/>
            <a:ext cx="1969244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3008039"/>
            <a:ext cx="1969244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Manage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189" y="3412657"/>
            <a:ext cx="196924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Customers, vehicles, service entries, dates, and costs live together.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31225" y="2545159"/>
            <a:ext cx="8965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31225" y="2847380"/>
            <a:ext cx="1969244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1" name="Text 9"/>
          <p:cNvSpPr/>
          <p:nvPr/>
        </p:nvSpPr>
        <p:spPr>
          <a:xfrm>
            <a:off x="2731225" y="3008039"/>
            <a:ext cx="1969344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Track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31225" y="3412657"/>
            <a:ext cx="196934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Complete vehicle service history remains available over time.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05361" y="2545159"/>
            <a:ext cx="9030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05361" y="2847380"/>
            <a:ext cx="1969244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5" name="Text 13"/>
          <p:cNvSpPr/>
          <p:nvPr/>
        </p:nvSpPr>
        <p:spPr>
          <a:xfrm>
            <a:off x="5005361" y="3008039"/>
            <a:ext cx="1969244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Maintain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05361" y="3412657"/>
            <a:ext cx="1969244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Add, view, update, and manage relevant records as work changes.</a:t>
            </a:r>
            <a:endParaRPr lang="en-US" sz="1700" dirty="0"/>
          </a:p>
        </p:txBody>
      </p:sp>
      <p:pic>
        <p:nvPicPr>
          <p:cNvPr id="17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36944"/>
            <a:ext cx="3301917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APPLICATION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55591" y="794291"/>
            <a:ext cx="2946326" cy="67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800" spc="-174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MERN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55591" y="3377236"/>
            <a:ext cx="2946326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Four technologies, one connected web application.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5591" y="4130743"/>
            <a:ext cx="2946326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CLIENT · SERVER ·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5591" y="4136330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697" y="1333500"/>
            <a:ext cx="7508687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1265"/>
            <a:ext cx="7010225" cy="147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THE DATA MODEL CONNECTS CUSTOMERS, VEHICLES, AND SERVICE EVENTS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2104497"/>
            <a:ext cx="7010225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RECORD RELATIONSHIP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2110085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548017"/>
            <a:ext cx="7010225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Each relationship gives the service history a clear place to live and makes related information easier to retrieve.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583" y="1991320"/>
            <a:ext cx="3047924" cy="28752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79064" y="3789502"/>
            <a:ext cx="966439" cy="9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600" spc="-12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Customers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8979064" y="3941964"/>
            <a:ext cx="966439" cy="40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customer can have one or more vehicles.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707513" y="2460582"/>
            <a:ext cx="966440" cy="9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600" spc="-12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Vehicles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707513" y="2613045"/>
            <a:ext cx="966439" cy="40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Each vehicle can have multiple service records.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478633" y="3789502"/>
            <a:ext cx="966439" cy="9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600" spc="-12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Service events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0478633" y="3941964"/>
            <a:ext cx="966439" cy="40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Date, work details, and cost are captured together.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411544"/>
            <a:ext cx="414009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REST API LIFECYCLE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0192" y="739227"/>
            <a:ext cx="3809905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FFFFF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CRUD KEEPS RECORDS CURRENT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30192" y="1816425"/>
            <a:ext cx="3809905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Each operation maps to a practical action in the management workflow.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0192" y="2569932"/>
            <a:ext cx="3809905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CREATE · READ · UPDATE · DELETE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0192" y="2575520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sp>
        <p:nvSpPr>
          <p:cNvPr id="8" name="Text 6"/>
          <p:cNvSpPr/>
          <p:nvPr/>
        </p:nvSpPr>
        <p:spPr>
          <a:xfrm>
            <a:off x="4927477" y="457200"/>
            <a:ext cx="8676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927477" y="759420"/>
            <a:ext cx="2793831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0" name="Text 8"/>
          <p:cNvSpPr/>
          <p:nvPr/>
        </p:nvSpPr>
        <p:spPr>
          <a:xfrm>
            <a:off x="4927477" y="920079"/>
            <a:ext cx="2793930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Create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927477" y="1324697"/>
            <a:ext cx="279393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Add a customer, vehicle, or service record.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40576" y="457200"/>
            <a:ext cx="8965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40576" y="759420"/>
            <a:ext cx="2793831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940576" y="920079"/>
            <a:ext cx="2793930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40576" y="1324697"/>
            <a:ext cx="279393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Retrieve service history and related details.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27477" y="4038600"/>
            <a:ext cx="9030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927477" y="4340820"/>
            <a:ext cx="2793831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18" name="Text 16"/>
          <p:cNvSpPr/>
          <p:nvPr/>
        </p:nvSpPr>
        <p:spPr>
          <a:xfrm>
            <a:off x="4927477" y="4501479"/>
            <a:ext cx="2793930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Update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27477" y="4906097"/>
            <a:ext cx="279393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Correct or change information as needed.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40576" y="4038600"/>
            <a:ext cx="90673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B6B6A"/>
                </a:solidFill>
                <a:latin typeface="Libre Franklin SemiBold" pitchFamily="34" charset="0"/>
                <a:ea typeface="Libre Franklin SemiBold" pitchFamily="34" charset="-122"/>
                <a:cs typeface="Libre Franklin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940576" y="4340820"/>
            <a:ext cx="2793831" cy="19050"/>
          </a:xfrm>
          <a:prstGeom prst="rect">
            <a:avLst/>
          </a:prstGeom>
          <a:solidFill>
            <a:srgbClr val="0B6B6A"/>
          </a:solidFill>
          <a:ln/>
        </p:spPr>
      </p:sp>
      <p:sp>
        <p:nvSpPr>
          <p:cNvPr id="22" name="Text 20"/>
          <p:cNvSpPr/>
          <p:nvPr/>
        </p:nvSpPr>
        <p:spPr>
          <a:xfrm>
            <a:off x="8940576" y="4501479"/>
            <a:ext cx="2793930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Delete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40576" y="4906097"/>
            <a:ext cx="2793930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Remove or manage records that are no longer needed.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030262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200" spc="-126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AUTHENTICATION PROTECTS ACCESS TO SERVICE DATA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189" y="2622221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A5545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189" y="2627809"/>
            <a:ext cx="88799" cy="69751"/>
          </a:xfrm>
          <a:prstGeom prst="rect">
            <a:avLst/>
          </a:prstGeom>
          <a:solidFill>
            <a:srgbClr val="24180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062883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605236"/>
            <a:ext cx="35559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Sign in first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189" y="4009854"/>
            <a:ext cx="355591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Users sign in before accessing management features.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892" y="3062883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7892" y="3605236"/>
            <a:ext cx="35559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Separate roles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317892" y="4009854"/>
            <a:ext cx="355591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Role-based access can separate administrator and staff permissions.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95" y="3062883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78595" y="3605236"/>
            <a:ext cx="35559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24180F"/>
                </a:solidFill>
                <a:latin typeface="Libre Franklin Medium" pitchFamily="34" charset="0"/>
                <a:ea typeface="Libre Franklin Medium" pitchFamily="34" charset="-122"/>
                <a:cs typeface="Libre Franklin Medium" pitchFamily="34" charset="-120"/>
              </a:rPr>
              <a:t>Protect APIs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178595" y="4009854"/>
            <a:ext cx="355591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Protected APIs help keep customer and vehicle information controlled.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8544"/>
            <a:ext cx="6603835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spc="90" kern="100" dirty="0">
                <a:solidFill>
                  <a:srgbClr val="0B6B6A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PROJECT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81063"/>
            <a:ext cx="604504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000" spc="-150" kern="100" dirty="0">
                <a:solidFill>
                  <a:srgbClr val="24180F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THE RESULT IS A SCALABLE BASE FOR BETTER SERVICE OPERATIONS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11182" y="2713037"/>
            <a:ext cx="6045049" cy="2506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Demonstrates MERN stack development in a practical workflow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Shows MongoDB CRUD operations through Node.js and Express.js APIs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Provides a React interface for clear project information and results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24180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Future scope: service reminders, reports, billing, and analytics</a:t>
            </a:r>
            <a:endParaRPr lang="en-US" sz="1700" dirty="0"/>
          </a:p>
        </p:txBody>
      </p:sp>
      <p:pic>
        <p:nvPicPr>
          <p:cNvPr id="5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2026-10-10T06:03:27Z</dcterms:created>
  <dcterms:modified xsi:type="dcterms:W3CDTF">2026-10-10T06:03:27Z</dcterms:modified>
</cp:coreProperties>
</file>